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3417"/>
            <a:ext cx="7772400" cy="1470025"/>
          </a:xfrm>
        </p:spPr>
        <p:txBody>
          <a:bodyPr/>
          <a:lstStyle/>
          <a:p>
            <a:r>
              <a:rPr lang="en-US" dirty="0"/>
              <a:t>Machine Learning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0F21-82FF-46C3-95BE-F55C53A4E47C}"/>
              </a:ext>
            </a:extLst>
          </p:cNvPr>
          <p:cNvSpPr txBox="1"/>
          <p:nvPr/>
        </p:nvSpPr>
        <p:spPr>
          <a:xfrm>
            <a:off x="506437" y="5148775"/>
            <a:ext cx="46142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/>
              <a:t>Mohamed Emam</a:t>
            </a:r>
          </a:p>
          <a:p>
            <a:pPr algn="l"/>
            <a:r>
              <a:rPr lang="en-US" sz="1800" dirty="0"/>
              <a:t>Omar Emam</a:t>
            </a:r>
          </a:p>
          <a:p>
            <a:pPr algn="l"/>
            <a:r>
              <a:rPr lang="en-US" sz="1800" dirty="0"/>
              <a:t>Yassin Fawzy</a:t>
            </a:r>
          </a:p>
          <a:p>
            <a:pPr algn="l"/>
            <a:r>
              <a:rPr lang="en-US" sz="1800" dirty="0"/>
              <a:t>Sandra George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Detect fraudulent healthcare providers</a:t>
            </a:r>
          </a:p>
          <a:p>
            <a:pPr lvl="1"/>
            <a:r>
              <a:rPr dirty="0"/>
              <a:t>Use ML classification based on claims data</a:t>
            </a:r>
          </a:p>
          <a:p>
            <a:pPr lvl="1"/>
            <a:r>
              <a:rPr dirty="0"/>
              <a:t>Target variable: PotentialFraud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Training data contains provider information</a:t>
            </a:r>
          </a:p>
          <a:p>
            <a:pPr lvl="1"/>
            <a:r>
              <a:rPr dirty="0"/>
              <a:t>Claims, beneficiary details, and payment features</a:t>
            </a:r>
          </a:p>
          <a:p>
            <a:pPr lvl="1"/>
            <a:r>
              <a:rPr dirty="0"/>
              <a:t>Highly imbalanced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Exploratory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Checked target distribution</a:t>
            </a:r>
          </a:p>
          <a:p>
            <a:pPr lvl="1"/>
            <a:r>
              <a:rPr dirty="0"/>
              <a:t>Identified missing values</a:t>
            </a:r>
          </a:p>
          <a:p>
            <a:pPr lvl="1"/>
            <a:r>
              <a:rPr dirty="0"/>
              <a:t>Examined numerical &amp; categorical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Merged related CSVs</a:t>
            </a:r>
          </a:p>
          <a:p>
            <a:pPr lvl="1"/>
            <a:r>
              <a:rPr dirty="0"/>
              <a:t>Encoded categorical variables</a:t>
            </a:r>
          </a:p>
          <a:p>
            <a:pPr lvl="1"/>
            <a:r>
              <a:rPr dirty="0"/>
              <a:t>Handled imbalance using SMOTE</a:t>
            </a:r>
          </a:p>
          <a:p>
            <a:pPr lvl="1"/>
            <a:r>
              <a:rPr dirty="0"/>
              <a:t>Scaled numerical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Tested multiple ML models</a:t>
            </a:r>
          </a:p>
          <a:p>
            <a:pPr lvl="1"/>
            <a:r>
              <a:rPr dirty="0"/>
              <a:t>Logistic Regression as baseline</a:t>
            </a:r>
          </a:p>
          <a:p>
            <a:pPr lvl="1"/>
            <a:r>
              <a:rPr dirty="0"/>
              <a:t>Random Forest for better performance</a:t>
            </a:r>
          </a:p>
          <a:p>
            <a:pPr lvl="1"/>
            <a:r>
              <a:rPr dirty="0"/>
              <a:t>SMOTE used to balance training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Confusion matrix</a:t>
            </a:r>
          </a:p>
          <a:p>
            <a:pPr lvl="1"/>
            <a:r>
              <a:rPr dirty="0"/>
              <a:t>Precision, Recall, F1-score</a:t>
            </a:r>
          </a:p>
          <a:p>
            <a:pPr lvl="1"/>
            <a:r>
              <a:rPr dirty="0"/>
              <a:t>ROC Curve &amp; 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grap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56" y="1417638"/>
            <a:ext cx="5486400" cy="54403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3" name="Picture 2" descr="grap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30877"/>
            <a:ext cx="5486400" cy="42023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grap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59988"/>
            <a:ext cx="5486400" cy="42023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Model successfully detects fraud patterns</a:t>
            </a:r>
          </a:p>
          <a:p>
            <a:pPr lvl="1"/>
            <a:r>
              <a:rPr dirty="0"/>
              <a:t>Random Forest showed higher recall</a:t>
            </a:r>
          </a:p>
          <a:p>
            <a:pPr lvl="1"/>
            <a:r>
              <a:rPr dirty="0"/>
              <a:t>Balanced training improved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helps identify fraudulent providers</a:t>
            </a:r>
          </a:p>
          <a:p>
            <a:pPr lvl="1"/>
            <a:r>
              <a:t>SMOTE improved prediction of minority class</a:t>
            </a:r>
          </a:p>
          <a:p>
            <a:pPr lvl="1"/>
            <a:r>
              <a:t>Further tuning can improve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advanced models like XGBoost</a:t>
            </a:r>
          </a:p>
          <a:p>
            <a:pPr lvl="1"/>
            <a:r>
              <a:t>Hyperparameter tuning</a:t>
            </a:r>
          </a:p>
          <a:p>
            <a:pPr lvl="1"/>
            <a:r>
              <a:t>Feature engineering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150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Machine Learning</vt:lpstr>
      <vt:lpstr>Project Goal</vt:lpstr>
      <vt:lpstr>Dataset Overview</vt:lpstr>
      <vt:lpstr>Exploratory Analysis</vt:lpstr>
      <vt:lpstr>Preprocessing</vt:lpstr>
      <vt:lpstr>Modeling</vt:lpstr>
      <vt:lpstr>Evaluation Metrics</vt:lpstr>
      <vt:lpstr>PowerPoint Presentation</vt:lpstr>
      <vt:lpstr>PowerPoint Presentation</vt:lpstr>
      <vt:lpstr>PowerPoint Presentation</vt:lpstr>
      <vt:lpstr>Results Summary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Fraud Detection</dc:title>
  <dc:subject/>
  <dc:creator>hp</dc:creator>
  <cp:keywords/>
  <dc:description>generated using python-pptx</dc:description>
  <cp:lastModifiedBy>mohamed emam</cp:lastModifiedBy>
  <cp:revision>3</cp:revision>
  <dcterms:created xsi:type="dcterms:W3CDTF">2013-01-27T09:14:16Z</dcterms:created>
  <dcterms:modified xsi:type="dcterms:W3CDTF">2025-12-03T22:02:44Z</dcterms:modified>
  <cp:category/>
</cp:coreProperties>
</file>